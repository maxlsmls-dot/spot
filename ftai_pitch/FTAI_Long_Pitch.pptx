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 CFM56 Retirement View, 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 Platinum Securities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Max Salomon  |  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617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3949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</a:t>
            </a:r>
            <a:endParaRPr lang="en-US" sz="2600" dirty="0"/>
          </a:p>
          <a:p>
            <a:pPr indent="0" marL="0">
              <a:buNone/>
            </a:pPr>
            <a:r>
              <a:rPr lang="en-US" sz="1300" spc="900" kern="0" dirty="0">
                <a:solidFill>
                  <a:srgbClr val="7F8FA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PLATINUM</a:t>
            </a:r>
            <a:endParaRPr lang="en-US" sz="2600" dirty="0"/>
          </a:p>
          <a:p>
            <a:pPr indent="0" marL="0">
              <a:buNone/>
            </a:pPr>
            <a:r>
              <a:rPr lang="en-US" sz="1300" b="1" spc="7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SECURITIES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Bloomberg, GPS Model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Presentation, GPS Model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data, GPS Model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filings, GPS Model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152144"/>
          <a:ext cx="112014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685800"/>
                <a:gridCol w="685800"/>
                <a:gridCol w="731520"/>
                <a:gridCol w="1874520"/>
                <a:gridCol w="2743200"/>
                <a:gridCol w="25603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Pulling back on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Holding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Adding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/ CFM, Safran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Lufthansa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AFI KLM, Delta, Iberia (planned), Turkish (exploring), Korean 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MTU, StandardAero, ST Engineering, SR Technics, </a:t>
                      </a: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2286000"/>
            <a:ext cx="112014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work flows from OEMs and airline shops to independents</a:t>
            </a:r>
            <a:r>
              <a:rPr lang="en-US" sz="1050" baseline="30000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542032"/>
            <a:ext cx="5486400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336792" y="2542032"/>
            <a:ext cx="5486400" cy="8961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8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4" name="Text 9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CFM56; Q1 retirements &lt;1%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CFM56 Outsourcing Flip Tracker (14 tier-1 shops, Oct-26), Company Releases, GE / Safran, IATA / Platts, Aviation Week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Tracker: public releases, filings, trade press; not exhaustive (a floor).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GPS est.: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Practise, GPS Model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SemiAnalysis, GPS Model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Power Next-Contract Model, Jereh filings / order ledger, Company releases, TCEQ / MDEQ filings, Cleanview, Epoch AI, DCD, GE Vernova / Siemens Energy / MHI Q2'26, GridLab, JLL, FTAI calls, GPS Model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Model (case toggle, driver-level bear → base switch),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(Boom–Crusoe), GPS Model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2026-10-13T01:59:02Z</dcterms:created>
  <dcterms:modified xsi:type="dcterms:W3CDTF">2026-10-13T01:59:02Z</dcterms:modified>
</cp:coreProperties>
</file>