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0389e8b-40cf-f582-ad16-f8777f86c9a0}">
          <p14:sldIdLst>
            <p14:sldId id="256"/>
          </p14:sldIdLst>
        </p14:section>
        <p14:section name="The Opportunity" id="{79d2db7f-cbac-ec4f-3d15-3e454878abd9}">
          <p14:sldIdLst>
            <p14:sldId id="257"/>
            <p14:sldId id="258"/>
            <p14:sldId id="259"/>
            <p14:sldId id="260"/>
          </p14:sldIdLst>
        </p14:section>
        <p14:section name="Returns" id="{fb0a65e6-53fa-27fa-764e-e36436b8d4d5}">
          <p14:sldIdLst>
            <p14:sldId id="261"/>
          </p14:sldIdLst>
        </p14:section>
        <p14:section name="Business Overview" id="{94d8a67a-4cc0-5acd-3480-3545a3634e9f}">
          <p14:sldIdLst>
            <p14:sldId id="262"/>
            <p14:sldId id="263"/>
          </p14:sldIdLst>
        </p14:section>
        <p14:section name="Thesis 1a" id="{71c51c67-b94e-309a-3a33-568a84bba587}">
          <p14:sldIdLst>
            <p14:sldId id="264"/>
            <p14:sldId id="265"/>
            <p14:sldId id="266"/>
            <p14:sldId id="267"/>
          </p14:sldIdLst>
        </p14:section>
        <p14:section name="Thesis 1b" id="{3285a031-5fcc-d810-8c87-1ca6c2aceb57}">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2026-10-08T22:59:22Z</dcterms:created>
  <dcterms:modified xsi:type="dcterms:W3CDTF">2026-10-08T22:59:22Z</dcterms:modified>
</cp:coreProperties>
</file>