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b195473-e507-d689-665b-e8ec63fd4b0b}">
          <p14:sldIdLst>
            <p14:sldId id="256"/>
          </p14:sldIdLst>
        </p14:section>
        <p14:section name="The Opportunity" id="{84b8bd7a-1acd-935b-9956-37d68b80f9e2}">
          <p14:sldIdLst>
            <p14:sldId id="257"/>
            <p14:sldId id="258"/>
            <p14:sldId id="259"/>
            <p14:sldId id="260"/>
          </p14:sldIdLst>
        </p14:section>
        <p14:section name="Returns" id="{fa80d03f-ccf6-26bf-fc36-955dde6524bd}">
          <p14:sldIdLst>
            <p14:sldId id="261"/>
          </p14:sldIdLst>
        </p14:section>
        <p14:section name="Business Overview" id="{1b8e818e-80ac-8c3e-16e7-de9f01cb4df6}">
          <p14:sldIdLst>
            <p14:sldId id="262"/>
            <p14:sldId id="263"/>
          </p14:sldIdLst>
        </p14:section>
        <p14:section name="Thesis 1a" id="{c0a45b8c-a0aa-0219-3e95-b181fcbc7e02}">
          <p14:sldIdLst>
            <p14:sldId id="264"/>
            <p14:sldId id="265"/>
            <p14:sldId id="266"/>
            <p14:sldId id="267"/>
          </p14:sldIdLst>
        </p14:section>
        <p14:section name="Thesis 1b" id="{b9809e8a-db86-a3b3-b1ca-9f8a48f17f10}">
          <p14:sldIdLst>
            <p14:sldId id="268"/>
            <p14:sldId id="269"/>
            <p14:sldId id="270"/>
            <p14:sldId id="271"/>
            <p14:sldId id="272"/>
            <p14:sldId id="273"/>
            <p14:sldId id="274"/>
          </p14:sldIdLst>
        </p14:section>
        <p14:section name="Thesis 2" id="{d2f188a7-5a51-b3ab-d70c-25441e9548bb}">
          <p14:sldIdLst>
            <p14:sldId id="275"/>
            <p14:sldId id="276"/>
            <p14:sldId id="277"/>
            <p14:sldId id="278"/>
          </p14:sldIdLst>
        </p14:section>
        <p14:section name="Valuation" id="{631a997c-b0ac-4e49-e4c6-2a21e6545962}">
          <p14:sldIdLst>
            <p14:sldId id="279"/>
            <p14:sldId id="280"/>
          </p14:sldIdLst>
        </p14:section>
        <p14:section name="Catalysts" id="{07b12e48-47c4-fea2-9048-269813aaa0d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B5AEA9"/>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B5AEA9"/>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2700">
            <a:solidFill>
              <a:srgbClr val="1A1A1A"/>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Catalysts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2026-10-09T00:05:20Z</dcterms:created>
  <dcterms:modified xsi:type="dcterms:W3CDTF">2026-10-09T00:05:20Z</dcterms:modified>
</cp:coreProperties>
</file>