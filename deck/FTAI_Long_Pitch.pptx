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8a5db6d-1c94-dff3-aec8-12ea11454470}">
          <p14:sldIdLst>
            <p14:sldId id="256"/>
          </p14:sldIdLst>
        </p14:section>
        <p14:section name="Business Overview" id="{cf157ff8-4297-4647-b246-1d1f620c0b79}">
          <p14:sldIdLst>
            <p14:sldId id="257"/>
            <p14:sldId id="258"/>
          </p14:sldIdLst>
        </p14:section>
        <p14:section name="The Opportunity" id="{6d99838a-5893-8d1d-8703-e0a6e8d5a830}">
          <p14:sldIdLst>
            <p14:sldId id="259"/>
            <p14:sldId id="260"/>
            <p14:sldId id="261"/>
            <p14:sldId id="262"/>
          </p14:sldIdLst>
        </p14:section>
        <p14:section name="Returns" id="{aa0d733b-e7bc-e522-b8ed-147c7482f6ae}">
          <p14:sldIdLst>
            <p14:sldId id="263"/>
          </p14:sldIdLst>
        </p14:section>
        <p14:section name="Thesis 1a" id="{964d4152-061b-0a4b-a21f-28f527bfe915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b826e946-e869-2a94-2234-3fca23f3dca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f9973979-6162-71c5-9550-54e5926f3c0d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ef241dab-480f-26f7-a4c4-cd4ff994020a}">
          <p14:sldIdLst>
            <p14:sldId id="282"/>
            <p14:sldId id="283"/>
          </p14:sldIdLst>
        </p14:section>
        <p14:section name="Catalysts" id="{11a41b0e-490c-26f7-4097-a4f793c54979}">
          <p14:sldIdLst>
            <p14:sldId id="284"/>
          </p14:sldIdLst>
        </p14:section>
        <p14:section name="Risks" id="{60dfe073-6f5f-fc61-fc00-c66bfa7526bf}">
          <p14:sldIdLst>
            <p14:sldId id="285"/>
          </p14:sldIdLst>
        </p14:section>
        <p14:section name="Q&amp;A" id="{25f873a2-f110-00b2-76b2-8da20e83fb3d}">
          <p14:sldIdLst>
            <p14:sldId id="286"/>
          </p14:sldIdLst>
        </p14:section>
        <p14:section name="Appendix" id="{7d282615-252d-3221-a6db-f763fbf03875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2026-10-09T02:54:14Z</dcterms:created>
  <dcterms:modified xsi:type="dcterms:W3CDTF">2026-10-09T02:54:14Z</dcterms:modified>
</cp:coreProperties>
</file>