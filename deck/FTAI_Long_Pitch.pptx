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6df8b19-efca-eed9-280a-a65e64a539b9}">
          <p14:sldIdLst>
            <p14:sldId id="256"/>
          </p14:sldIdLst>
        </p14:section>
        <p14:section name="The Opportunity" id="{edcdc077-bdba-edb2-7cd5-055638959fd5}">
          <p14:sldIdLst>
            <p14:sldId id="257"/>
            <p14:sldId id="258"/>
            <p14:sldId id="259"/>
            <p14:sldId id="260"/>
          </p14:sldIdLst>
        </p14:section>
        <p14:section name="Returns" id="{2f1b7334-3388-706d-eb36-da3ef4100d0f}">
          <p14:sldIdLst>
            <p14:sldId id="261"/>
          </p14:sldIdLst>
        </p14:section>
        <p14:section name="Business Overview" id="{63d619a8-3df8-4adf-c65f-a73cffc55e5a}">
          <p14:sldIdLst>
            <p14:sldId id="262"/>
            <p14:sldId id="263"/>
          </p14:sldIdLst>
        </p14:section>
        <p14:section name="Thesis 1a" id="{dba1b191-a61c-c134-d033-6ab611ac1c4f}">
          <p14:sldIdLst>
            <p14:sldId id="264"/>
            <p14:sldId id="265"/>
            <p14:sldId id="266"/>
            <p14:sldId id="267"/>
          </p14:sldIdLst>
        </p14:section>
        <p14:section name="Thesis 1b" id="{804b8410-fb50-d979-6ba6-b1e51ffbe1ac}">
          <p14:sldIdLst>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2026-10-08T23:09:00Z</dcterms:created>
  <dcterms:modified xsi:type="dcterms:W3CDTF">2026-10-08T23:09:00Z</dcterms:modified>
</cp:coreProperties>
</file>