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807cef2-96b5-b2dd-80d7-4d7444eec7cf}">
          <p14:sldIdLst>
            <p14:sldId id="256"/>
          </p14:sldIdLst>
        </p14:section>
        <p14:section name="Business Overview" id="{19001f1e-c096-00d0-17a2-befe3a063253}">
          <p14:sldIdLst>
            <p14:sldId id="257"/>
            <p14:sldId id="258"/>
          </p14:sldIdLst>
        </p14:section>
        <p14:section name="The Opportunity" id="{c49d5527-fc40-1fa3-b4c3-2f677b5427c6}">
          <p14:sldIdLst>
            <p14:sldId id="259"/>
            <p14:sldId id="260"/>
            <p14:sldId id="261"/>
            <p14:sldId id="262"/>
          </p14:sldIdLst>
        </p14:section>
        <p14:section name="Returns" id="{4b0593e7-ba38-dacb-b253-5edd44e390cb}">
          <p14:sldIdLst>
            <p14:sldId id="263"/>
          </p14:sldIdLst>
        </p14:section>
        <p14:section name="Thesis 1a" id="{e36fdadf-3e51-277a-b44f-f181fc05e02f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39b072a3-2e53-4814-9831-0adda10022d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fbd59023-a004-8f21-fba4-6ffb8e78ef19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75bf7020-1736-fbc0-7993-86990f2f9c01}">
          <p14:sldIdLst>
            <p14:sldId id="282"/>
            <p14:sldId id="283"/>
          </p14:sldIdLst>
        </p14:section>
        <p14:section name="Catalysts" id="{a5f15035-5832-28b1-bc57-897d34bf8834}">
          <p14:sldIdLst>
            <p14:sldId id="284"/>
          </p14:sldIdLst>
        </p14:section>
        <p14:section name="Risks" id="{e738e74e-f09d-bbab-2fd2-16ea9eeac5c3}">
          <p14:sldIdLst>
            <p14:sldId id="285"/>
          </p14:sldIdLst>
        </p14:section>
        <p14:section name="Q&amp;A" id="{927d3bd8-d643-8bca-e65c-504f57010f47}">
          <p14:sldIdLst>
            <p14:sldId id="286"/>
          </p14:sldIdLst>
        </p14:section>
        <p14:section name="Appendix" id="{d3560e0a-905e-82ef-1c69-a2fdb8be8ed6}">
          <p14:sldIdLst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2026-10-09T03:13:01Z</dcterms:created>
  <dcterms:modified xsi:type="dcterms:W3CDTF">2026-10-09T03:13:01Z</dcterms:modified>
</cp:coreProperties>
</file>