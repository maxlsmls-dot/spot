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e988cde-3e54-642d-d9b7-c1621351f566}">
          <p14:sldIdLst>
            <p14:sldId id="256"/>
          </p14:sldIdLst>
        </p14:section>
        <p14:section name="The Opportunity" id="{fcf58372-f6a9-73a2-6989-84f279138b92}">
          <p14:sldIdLst>
            <p14:sldId id="257"/>
            <p14:sldId id="258"/>
            <p14:sldId id="259"/>
            <p14:sldId id="260"/>
          </p14:sldIdLst>
        </p14:section>
        <p14:section name="Returns" id="{3ae0c718-b415-f1db-9b71-24c97f7fe216}">
          <p14:sldIdLst>
            <p14:sldId id="261"/>
          </p14:sldIdLst>
        </p14:section>
        <p14:section name="Business Overview" id="{9ed50f8e-f3dd-67c5-8462-ad1c2e6971f1}">
          <p14:sldIdLst>
            <p14:sldId id="262"/>
            <p14:sldId id="263"/>
          </p14:sldIdLst>
        </p14:section>
        <p14:section name="Thesis 1a" id="{dfc4b62f-2901-a76a-8388-0636e17cc701}">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2026-10-08T22:26:53Z</dcterms:created>
  <dcterms:modified xsi:type="dcterms:W3CDTF">2026-10-08T22:26:53Z</dcterms:modified>
</cp:coreProperties>
</file>