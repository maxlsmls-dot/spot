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7bf942e-6af1-2707-200b-40230c2780d9}">
          <p14:sldIdLst>
            <p14:sldId id="256"/>
          </p14:sldIdLst>
        </p14:section>
        <p14:section name="The Opportunity" id="{10a15b37-9cb9-4872-fa71-9af9fbcfbe8e}">
          <p14:sldIdLst>
            <p14:sldId id="257"/>
            <p14:sldId id="258"/>
            <p14:sldId id="259"/>
            <p14:sldId id="260"/>
          </p14:sldIdLst>
        </p14:section>
        <p14:section name="Returns" id="{dedd65bb-15b8-cd2c-f9f6-ca7cf2a97fd4}">
          <p14:sldIdLst>
            <p14:sldId id="261"/>
          </p14:sldIdLst>
        </p14:section>
        <p14:section name="Business Overview" id="{ea06e014-97ab-d653-53e3-f0f2e9529466}">
          <p14:sldIdLst>
            <p14:sldId id="262"/>
            <p14:sldId id="263"/>
          </p14:sldIdLst>
        </p14:section>
        <p14:section name="Thesis 1a" id="{37a6339b-33f9-ef02-eb66-78cf23d1d6e6}">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2026-10-08T22:38:31Z</dcterms:created>
  <dcterms:modified xsi:type="dcterms:W3CDTF">2026-10-08T22:38:31Z</dcterms:modified>
</cp:coreProperties>
</file>