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af1e12-1633-1f35-ca79-4a05065c5de5}">
          <p14:sldIdLst>
            <p14:sldId id="256"/>
          </p14:sldIdLst>
        </p14:section>
        <p14:section name="The Opportunity" id="{163bd491-ca82-9423-2504-0830fd39f8ee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2026-10-08T21:38:48Z</dcterms:created>
  <dcterms:modified xsi:type="dcterms:W3CDTF">2026-10-08T21:38:48Z</dcterms:modified>
</cp:coreProperties>
</file>