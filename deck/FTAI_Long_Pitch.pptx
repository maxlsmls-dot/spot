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733c557-2217-5c42-28c8-33ddca6daa8b}">
          <p14:sldIdLst>
            <p14:sldId id="256"/>
          </p14:sldIdLst>
        </p14:section>
        <p14:section name="The Opportunity" id="{2d3a64f2-60b6-a867-697c-1acda0653ae0}">
          <p14:sldIdLst>
            <p14:sldId id="257"/>
            <p14:sldId id="258"/>
            <p14:sldId id="259"/>
            <p14:sldId id="260"/>
          </p14:sldIdLst>
        </p14:section>
        <p14:section name="Returns" id="{78612c3f-ce16-ad23-8c6c-495d2cbcdd3b}">
          <p14:sldIdLst>
            <p14:sldId id="261"/>
          </p14:sldIdLst>
        </p14:section>
        <p14:section name="Business Overview" id="{07139c9f-6650-e957-5277-09f63a31ee36}">
          <p14:sldIdLst>
            <p14:sldId id="262"/>
            <p14:sldId id="263"/>
          </p14:sldIdLst>
        </p14:section>
        <p14:section name="Thesis 1a" id="{5628b3b4-e669-9005-ed07-1352711048e0}">
          <p14:sldIdLst>
            <p14:sldId id="264"/>
            <p14:sldId id="265"/>
            <p14:sldId id="266"/>
            <p14:sldId id="267"/>
          </p14:sldIdLst>
        </p14:section>
        <p14:section name="Thesis 1b" id="{2bba7233-4d13-dff7-85b3-27246e0a45ae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sis 2" id="{8585bde1-15bb-d944-8ee9-0e90fb20f166}">
          <p14:sldIdLst>
            <p14:sldId id="275"/>
            <p14:sldId id="276"/>
            <p14:sldId id="277"/>
            <p14:sldId id="278"/>
          </p14:sldIdLst>
        </p14:section>
        <p14:section name="Valuation" id="{464ab3a8-a5a6-0d8b-3ca1-f54832c21186}">
          <p14:sldIdLst>
            <p14:sldId id="279"/>
            <p14:sldId id="280"/>
          </p14:sldIdLst>
        </p14:section>
        <p14:section name="Catalysts" id="{2fc244a6-5295-0e0b-d9a8-e5b5490616f2}">
          <p14:sldIdLst>
            <p14:sldId id="281"/>
          </p14:sldIdLst>
        </p14:section>
        <p14:section name="Risks" id="{ec852165-6d6c-c7bb-d6af-847bb5ca1ea5}">
          <p14:sldIdLst>
            <p14:sldId id="282"/>
          </p14:sldIdLst>
        </p14:section>
        <p14:section name="Q&amp;A" id="{9b3c01a4-2589-1790-58d3-ed8c5f2f34ed}">
          <p14:sldIdLst>
            <p14:sldId id="283"/>
          </p14:sldIdLst>
        </p14:section>
        <p14:section name="Appendix" id="{341084af-9fdf-6f14-7bbf-c64ce6cf761b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731502" y="2148840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3194224" y="2907792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731502" y="3227832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3194224" y="3986784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731502" y="4306824"/>
            <a:ext cx="5486263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7010225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7010225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7010225" y="2148840"/>
            <a:ext cx="4754761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7010225" y="3721608"/>
            <a:ext cx="4754761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8960896" y="3474720"/>
            <a:ext cx="8534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2026-10-09T01:49:21Z</dcterms:created>
  <dcterms:modified xsi:type="dcterms:W3CDTF">2026-10-09T01:49:21Z</dcterms:modified>
</cp:coreProperties>
</file>