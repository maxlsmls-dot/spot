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68378ea-4bbc-1575-aaf3-25041d37d700}">
          <p14:sldIdLst>
            <p14:sldId id="256"/>
          </p14:sldIdLst>
        </p14:section>
        <p14:section name="The Opportunity" id="{11e4ba15-dbf5-89dd-a275-36bf595c4da5}">
          <p14:sldIdLst>
            <p14:sldId id="257"/>
            <p14:sldId id="258"/>
            <p14:sldId id="259"/>
            <p14:sldId id="260"/>
          </p14:sldIdLst>
        </p14:section>
        <p14:section name="Returns" id="{41b6b63c-d9d1-3e13-a815-99662b13ae83}">
          <p14:sldIdLst>
            <p14:sldId id="261"/>
          </p14:sldIdLst>
        </p14:section>
        <p14:section name="Business Overview" id="{667575b4-f73e-1640-d87d-5d83a02e9321}">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71323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71323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71323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2026-10-08T22:19:03Z</dcterms:created>
  <dcterms:modified xsi:type="dcterms:W3CDTF">2026-10-08T22:19:03Z</dcterms:modified>
</cp:coreProperties>
</file>